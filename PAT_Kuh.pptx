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603D9B-4961-98EB-A115-C0854D5086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AE2DA9D-9974-EBE7-5289-26661A1DC9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9DE9A24-E959-3829-DD3E-A6054DF9E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54FE7-9A1D-4843-8AA0-5E58E1836CDB}" type="datetimeFigureOut">
              <a:rPr lang="de-CH" smtClean="0"/>
              <a:t>23.05.2026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952A5BE-5D20-D364-82FF-C9218891C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786C517-5D81-75B5-68F4-03CE02C26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DC437-1039-45F4-9FE2-4F5BA3BF1B8D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4262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ADCE7F-0A3B-B95A-31F4-1FAB127B0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C161D8C-E6D8-918D-3612-335ED686F9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404616A-D011-3E1A-D934-6A1771A08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54FE7-9A1D-4843-8AA0-5E58E1836CDB}" type="datetimeFigureOut">
              <a:rPr lang="de-CH" smtClean="0"/>
              <a:t>23.05.2026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769B022-FE52-9F19-6938-C559DCBCB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E9079E3-BA4D-D34B-41A9-496B9AA8D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DC437-1039-45F4-9FE2-4F5BA3BF1B8D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442480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CBDBC2-9450-1729-6F79-9598D2157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F095E11-99C6-A249-46EE-D47F1CDCFE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97511CE-44A5-19DA-717A-FA2C50336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54FE7-9A1D-4843-8AA0-5E58E1836CDB}" type="datetimeFigureOut">
              <a:rPr lang="de-CH" smtClean="0"/>
              <a:t>23.05.2026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196ED21-C21D-FEA6-27A5-333AF52CC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4B5533D-9453-3C4D-B754-C11AD5096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DC437-1039-45F4-9FE2-4F5BA3BF1B8D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815544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DAE1BD-A461-6D7B-F63F-D35F00F74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198713D-1AA6-5B0C-3C6C-016448A48E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DB24115-DB23-C92B-84E6-426DE5B265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821C2ED-72D8-0677-B550-06B52F198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54FE7-9A1D-4843-8AA0-5E58E1836CDB}" type="datetimeFigureOut">
              <a:rPr lang="de-CH" smtClean="0"/>
              <a:t>23.05.2026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9245307-66E1-1EB1-89D4-2CDCD5147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5A40599-D0F2-A74E-1A01-B3FE6DFEF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DC437-1039-45F4-9FE2-4F5BA3BF1B8D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530195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59CA14-F5A4-9CC7-F951-6CEF8369B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2497BE9-9968-20C6-515F-4EDAB5BE04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6B8E0B8-864F-6E00-4158-556870B789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A0ADB05-90D6-6861-8326-1C93305E76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6B9011F-9CFD-AAF3-7BE4-92E4B22207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7EA03D8-5323-A464-C51F-52BA73C65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54FE7-9A1D-4843-8AA0-5E58E1836CDB}" type="datetimeFigureOut">
              <a:rPr lang="de-CH" smtClean="0"/>
              <a:t>23.05.2026</a:t>
            </a:fld>
            <a:endParaRPr lang="de-CH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CB5186F-45E9-8585-676F-62534DEDB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F1AE6EF-77CC-1296-1CC8-45DE691D1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DC437-1039-45F4-9FE2-4F5BA3BF1B8D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181008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FFC2D6-0770-16A2-99B3-51899D137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AB7C6DF-7343-8A1F-B4D3-8899DF0A7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54FE7-9A1D-4843-8AA0-5E58E1836CDB}" type="datetimeFigureOut">
              <a:rPr lang="de-CH" smtClean="0"/>
              <a:t>23.05.2026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AF452B1-5F34-85BA-1DB7-F1C6AB2B6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A71368D-D67C-1E1D-D6FA-BAC3F18C3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DC437-1039-45F4-9FE2-4F5BA3BF1B8D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59088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903A9F8-B5C8-CB8D-0811-117AC81A1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54FE7-9A1D-4843-8AA0-5E58E1836CDB}" type="datetimeFigureOut">
              <a:rPr lang="de-CH" smtClean="0"/>
              <a:t>23.05.2026</a:t>
            </a:fld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CA769F3-7F0E-F02C-7C51-715EA3137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40688EA-234C-0DB9-F347-AF746CEC8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DC437-1039-45F4-9FE2-4F5BA3BF1B8D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34933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FFC709-8AC1-E42C-C1D1-9463F209F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842DD24-B92D-F78D-103F-1CB2E89628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DC8CDED-4283-6FC3-6C9E-410718E7E4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73764F7-CE26-0A81-1BF2-52156E608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54FE7-9A1D-4843-8AA0-5E58E1836CDB}" type="datetimeFigureOut">
              <a:rPr lang="de-CH" smtClean="0"/>
              <a:t>23.05.2026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08AA55B-9C85-A99B-D01D-65B2B96F4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19413D6-0AE9-71D5-7AEA-2A774613B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DC437-1039-45F4-9FE2-4F5BA3BF1B8D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272291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C48672-4960-ABEE-A21A-36B637F05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8B734F56-8DA9-2211-9984-71831119CF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2C9ACFB-035D-25E6-EE57-E3649CDC3E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2CD7F6A-E754-9035-6F48-0C1E83433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54FE7-9A1D-4843-8AA0-5E58E1836CDB}" type="datetimeFigureOut">
              <a:rPr lang="de-CH" smtClean="0"/>
              <a:t>23.05.2026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00DB324-8B1A-5D40-6C55-2400F8A4D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4E0B8CA-E3E2-3491-BE2F-64197F6D6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DC437-1039-45F4-9FE2-4F5BA3BF1B8D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573138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D78E6A-9FB4-D976-629D-2F5FFAB35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9A93B70-3644-D710-AD40-25418A8FCD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8DE5A03-97D9-B821-50A4-89E404830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54FE7-9A1D-4843-8AA0-5E58E1836CDB}" type="datetimeFigureOut">
              <a:rPr lang="de-CH" smtClean="0"/>
              <a:t>23.05.2026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7B4D40E-AD6E-8F6C-5C0B-A7246D427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A6F2112-071C-5762-B17F-07CD427B0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DC437-1039-45F4-9FE2-4F5BA3BF1B8D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5936917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CC32F6D8-E676-5156-28CD-026BAAE411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8DDAF61-0AEC-C6FE-470F-4E601DE5C5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ECDB3B7-65FF-0BE5-C289-243B6D770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54FE7-9A1D-4843-8AA0-5E58E1836CDB}" type="datetimeFigureOut">
              <a:rPr lang="de-CH" smtClean="0"/>
              <a:t>23.05.2026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0D51DC4-D539-2762-D5EF-88E28CF67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8A4938D-C5B1-0112-5672-B990CF970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DC437-1039-45F4-9FE2-4F5BA3BF1B8D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09033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7A3D113-FAEC-F754-DBAE-061A7C1FF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5E033A1-C676-9263-2291-1AB29871F7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7F68B7C-5317-7170-2594-9DD8240CB5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754FE7-9A1D-4843-8AA0-5E58E1836CDB}" type="datetimeFigureOut">
              <a:rPr lang="de-CH" smtClean="0"/>
              <a:t>23.05.2026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53729EA-13DE-7B8F-6F4E-40FAA71C46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98C24AF-B7F1-CEDC-026D-523F166063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3DC437-1039-45F4-9FE2-4F5BA3BF1B8D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55344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51D365-6374-40E9-248B-D6005B9097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3802D93-51E9-56F3-6AE3-D743C4AAC9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027996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Breitbild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Guyer Stefanie (guyerste)</dc:creator>
  <cp:lastModifiedBy>Guyer Stefanie (guyerste)</cp:lastModifiedBy>
  <cp:revision>1</cp:revision>
  <dcterms:created xsi:type="dcterms:W3CDTF">2026-05-23T11:51:22Z</dcterms:created>
  <dcterms:modified xsi:type="dcterms:W3CDTF">2026-05-23T11:52:48Z</dcterms:modified>
</cp:coreProperties>
</file>